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HAIROTICMEN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Strategisches Vertriebsangebot für den deutschen Einzelhandel</a:t>
            </a:r>
          </a:p>
          <a:p>
            <a:r>
              <a:t>MH Trading UG – Offizieller Vertriebspartner</a:t>
            </a:r>
          </a:p>
          <a:p>
            <a:r>
              <a:t>Berlin, Deutschland | info@mhtrading.de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 die Marke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Gegründet 2013</a:t>
            </a:r>
          </a:p>
          <a:p>
            <a:r>
              <a:t>• Aktiv in über 25 internationalen Märkten</a:t>
            </a:r>
          </a:p>
          <a:p>
            <a:r>
              <a:t>• Spezialisierte Männerpflege – entwickelt für den modernen Endverbraucher</a:t>
            </a:r>
          </a:p>
          <a:p>
            <a:r>
              <a:t>• Produziert nach ISO 22716 | EU-konform</a:t>
            </a:r>
          </a:p>
          <a:p>
            <a:r>
              <a:t>• Positioniert im mittleren Preissegment – massenmarkttauglich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HAIROTICMEN?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Wettbewerbsfähige Endverbraucherpreise</a:t>
            </a:r>
          </a:p>
          <a:p>
            <a:r>
              <a:t>• Verkaufsfertige Verpackungslösungen mit hohem POS-Wert</a:t>
            </a:r>
          </a:p>
          <a:p>
            <a:r>
              <a:t>• Nachhaltiges Design – recycelbar &amp; modern</a:t>
            </a:r>
          </a:p>
          <a:p>
            <a:r>
              <a:t>• Starke Markenidentität – klare Zielgruppensprache</a:t>
            </a:r>
          </a:p>
          <a:p>
            <a:r>
              <a:t>• International bewährtes Sortiment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Logistik &amp; Lieferfähigkeit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Zentrallager in Berlin – sofortige Verfügbarkeit</a:t>
            </a:r>
          </a:p>
          <a:p>
            <a:r>
              <a:t>• Flexible Mengenbestellung – keine Mindestmengen</a:t>
            </a:r>
          </a:p>
          <a:p>
            <a:r>
              <a:t>• Anbindung über EDI / API / CSV möglich</a:t>
            </a:r>
          </a:p>
          <a:p>
            <a:r>
              <a:t>• Schnelle Abwicklung &amp; Nachversorgung</a:t>
            </a:r>
          </a:p>
          <a:p>
            <a:r>
              <a:t>• Exportkonformität für EU-weiten Vertrieb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Kooperationsoptionen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Zentraleinkauf für nationale Listung</a:t>
            </a:r>
          </a:p>
          <a:p>
            <a:r>
              <a:t>• Regionale Pilotprojekte möglich</a:t>
            </a:r>
          </a:p>
          <a:p>
            <a:r>
              <a:t>• Aktionsplatzierungen (Saison, Themenwochen)</a:t>
            </a:r>
          </a:p>
          <a:p>
            <a:r>
              <a:t>• Onboarding innerhalb weniger Werktage</a:t>
            </a:r>
          </a:p>
          <a:p>
            <a:r>
              <a:t>• Keine Listungsgebühren – keine Vorabinvestition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&amp; POS-Support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Digitale &amp; gedruckte POS-Materialien</a:t>
            </a:r>
          </a:p>
          <a:p>
            <a:r>
              <a:t>• Bilder, Produkttexte &amp; Videos verfügbar</a:t>
            </a:r>
          </a:p>
          <a:p>
            <a:r>
              <a:t>• Unterstützung bei Regalplatzierung &amp; Promotions</a:t>
            </a:r>
          </a:p>
          <a:p>
            <a:r>
              <a:t>• Sampling &amp; Co-Branding auf Wunsch möglich</a:t>
            </a:r>
          </a:p>
          <a:p>
            <a:r>
              <a:t>• Schulung und Infopaket für Verkaufspersonal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Kontakt &amp;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MH Trading UG – Berlin</a:t>
            </a:r>
          </a:p>
          <a:p>
            <a:r>
              <a:t>Offizieller Vertriebspartner für Deutschland</a:t>
            </a:r>
          </a:p>
          <a:p>
            <a:r>
              <a:t>E-Mail: info@mhtrading.de</a:t>
            </a:r>
          </a:p>
          <a:p>
            <a:r>
              <a:t>Präsentation &amp; Katalog verfügbar auf Anfrage</a:t>
            </a:r>
          </a:p>
          <a:p>
            <a:r>
              <a:t>Gerne senden wir Ihnen Muster &amp; führen ein kurzes Erstgespräch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