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إطلاق الحملة التسويقية الكبرى لعلامة HAIROTICMEN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بالتعاون مع موزعينا الإقليميين المعتمدين – نحو شراكة متقدمة ونمو استثنائي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تقسيم الحملة حسب الأهداف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بيع مباشر للمستخدم النهائي (B2C)</a:t>
            </a:r>
          </a:p>
          <a:p>
            <a:r>
              <a:t>2. استقطاب التجار (B2B)</a:t>
            </a:r>
          </a:p>
          <a:p>
            <a:r>
              <a:t>3. تفعيل المؤثرين</a:t>
            </a:r>
          </a:p>
          <a:p>
            <a:r>
              <a:t>4. إبراز الموزع كممثل رسمي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حملة المستخدم النهائي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القنوات: TikTok, Instagram, Google, الموقع، الاستاندات</a:t>
            </a:r>
          </a:p>
          <a:p>
            <a:r>
              <a:t>- أدوات: كوبونات – برنامج ولاء – عينات</a:t>
            </a:r>
          </a:p>
          <a:p>
            <a:r>
              <a:t>- النتائج: +1,500 طلب – +300K ظهور – +800 عضوية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حملة التجار والموزعين المحليين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القنوات: Meta Ads – Landing Pages – WhatsApp – فيديو B2B</a:t>
            </a:r>
          </a:p>
          <a:p>
            <a:r>
              <a:t>- العرض: خصومات + عينات + دعم محتوى</a:t>
            </a:r>
          </a:p>
          <a:p>
            <a:r>
              <a:t>- النتائج: +25 تاجر – +80 نقطة بيع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حملة المؤثرين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أنواع المؤثرين: Micro, Experts, صالونات</a:t>
            </a:r>
          </a:p>
          <a:p>
            <a:r>
              <a:t>- أدوات: كود خصم – روابط تتبع – مكافآت</a:t>
            </a:r>
          </a:p>
          <a:p>
            <a:r>
              <a:t>- النتائج: +15 فيديو – +600 طلب – +100K مشاهدة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الإعلانات الخاصة بالموزع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فيديو خاص باسم الموزع</a:t>
            </a:r>
          </a:p>
          <a:p>
            <a:r>
              <a:t>- منشورات دعائية مخصصة</a:t>
            </a:r>
          </a:p>
          <a:p>
            <a:r>
              <a:t>- كوبون خصم وكود تتبع</a:t>
            </a:r>
          </a:p>
          <a:p>
            <a:r>
              <a:t>- صفحة تعريفية بالموقع الرسمي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تتبع الأداء والتقارير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أدوات: WooCommerce, SliceWP, Google Analytics, Jetpack CRM</a:t>
            </a:r>
          </a:p>
          <a:p>
            <a:r>
              <a:t>- تقارير: أسبوعية وشهرية</a:t>
            </a:r>
          </a:p>
          <a:p>
            <a:r>
              <a:t>- لوحة تحكم خاصة بالموزع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الميزانية الإجمالية المقترحة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HAIROTICMEN: 2,850 € | الموزع: 1,450 €</a:t>
            </a:r>
          </a:p>
          <a:p>
            <a:r>
              <a:t>- الإجمالي: 4,300 €</a:t>
            </a:r>
          </a:p>
          <a:p>
            <a:r>
              <a:t>- التمويل موزع حسب الأهداف والنسب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الخاتمة – دعوة إلى الشراكة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حملة احترافية مضمونة النتائج</a:t>
            </a:r>
          </a:p>
          <a:p>
            <a:r>
              <a:t>- مشاركة ذكية في التمويل والعائد</a:t>
            </a:r>
          </a:p>
          <a:p>
            <a:r>
              <a:t>- تواصل الآن لبدء التنفيذ وتثبيت دورك كموزع رسمي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