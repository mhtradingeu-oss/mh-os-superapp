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HAIROTICMEN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Vertriebsmodell für den autorisierten Distributor</a:t>
            </a:r>
          </a:p>
          <a:p>
            <a:r>
              <a:t>MH Trading UG – Offizieller Partner Deutschland</a:t>
            </a:r>
          </a:p>
          <a:p>
            <a:r>
              <a:t>Berlin | info@mhtrading.de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 das 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Exklusives Vertriebsmodell für regionale Showrooms</a:t>
            </a:r>
          </a:p>
          <a:p>
            <a:r>
              <a:t>• Keine Startinvestitionen in Ware erforderlich</a:t>
            </a:r>
          </a:p>
          <a:p>
            <a:r>
              <a:t>• Unterstützung durch MH Trading UG in Produktbereitstellung &amp; Marketing</a:t>
            </a:r>
          </a:p>
          <a:p>
            <a:r>
              <a:t>• Zusammenarbeit auf Basis eines definierten Umsatzmodells</a:t>
            </a:r>
          </a:p>
          <a:p>
            <a:r>
              <a:t>• Einhaltung der Markenidentität &amp; Präsentationsrichtlinien erforderlich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HAIROTICMEN?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Internationale Marke mit Präsenz in 25+ Ländern</a:t>
            </a:r>
          </a:p>
          <a:p>
            <a:r>
              <a:t>• Produktion nach ISO 22716, EU-konform</a:t>
            </a:r>
          </a:p>
          <a:p>
            <a:r>
              <a:t>• Marktgerechte Preispunkte &amp; moderne, nachhaltige Verpackung</a:t>
            </a:r>
          </a:p>
          <a:p>
            <a:r>
              <a:t>• Sortiment für Bart, Haar, Haut, Styling</a:t>
            </a:r>
          </a:p>
          <a:p>
            <a:r>
              <a:t>• Hohe Wiederkaufsrate &amp; Kundenzufriedenheit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Aufgaben des autorisierten Distributors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Einrichtung eines Showrooms in der zugewiesenen Region</a:t>
            </a:r>
          </a:p>
          <a:p>
            <a:r>
              <a:t>• Präsentation der Marke gemäß Corporate Design</a:t>
            </a:r>
          </a:p>
          <a:p>
            <a:r>
              <a:t>• Durchführung von Kundenkontakt &amp; Verkauf</a:t>
            </a:r>
          </a:p>
          <a:p>
            <a:r>
              <a:t>• Lokales Marketing in Abstimmung mit MH Trading UG</a:t>
            </a:r>
          </a:p>
          <a:p>
            <a:r>
              <a:t>• Monatliche Berichterstattung über Verkäufe &amp; Lagerbestand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Unsere Unterstützung für Distributoren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Bereitstellung der Produkte ohne Vorfinanzierung</a:t>
            </a:r>
          </a:p>
          <a:p>
            <a:r>
              <a:t>• Zentrale Lagerung &amp; Logistik aus Berlin</a:t>
            </a:r>
          </a:p>
          <a:p>
            <a:r>
              <a:t>• Marketingmaterialien: Print &amp; Digital</a:t>
            </a:r>
          </a:p>
          <a:p>
            <a:r>
              <a:t>• Zugriff auf Produktbilder, Videos, POS-Material</a:t>
            </a:r>
          </a:p>
          <a:p>
            <a:r>
              <a:t>• Technische Integration &amp; Verkaufsdashboard</a:t>
            </a:r>
          </a:p>
          <a:p>
            <a:r>
              <a:t>• Zertifizierte Produktschulung &amp;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Umsatzmodell &amp; Gewinnstruktur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Verkaufspreis an den Endkunden gemäß Vorgabe</a:t>
            </a:r>
          </a:p>
          <a:p>
            <a:r>
              <a:t>• Distributionsmodell: 50 % des Nettoverkaufsgewinns für MH Trading UG</a:t>
            </a:r>
          </a:p>
          <a:p>
            <a:r>
              <a:t>• Kalkulationsbasis: vereinbarter Produktkostenpreis ab Lager Berlin</a:t>
            </a:r>
          </a:p>
          <a:p>
            <a:r>
              <a:t>• Klare Abrechnung &amp; monatliche Umsatzberichte</a:t>
            </a:r>
          </a:p>
          <a:p>
            <a:r>
              <a:t>• Optionale Boni bei Zielerreichung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Starke Partnerschaft für nachhaltigen Erfolg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Gebietsschutz für aktive Distributoren</a:t>
            </a:r>
          </a:p>
          <a:p>
            <a:r>
              <a:t>• Möglichkeit zur Entwicklung zum Master-Distributor</a:t>
            </a:r>
          </a:p>
          <a:p>
            <a:r>
              <a:t>• Gemeinsame lokale Werbekampagnen</a:t>
            </a:r>
          </a:p>
          <a:p>
            <a:r>
              <a:t>• Zugang zu exklusiven Aktionen &amp; Launches</a:t>
            </a:r>
          </a:p>
          <a:p>
            <a:r>
              <a:t>• Transparente Kommunikation &amp; partnerschaftlicher Austausch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Showroom &amp; Markenpräsentation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Einhaltung der Markenrichtlinien für Farben, Design &amp; Präsentation</a:t>
            </a:r>
          </a:p>
          <a:p>
            <a:r>
              <a:t>• Nutzung offizieller Regalsysteme &amp; Banner</a:t>
            </a:r>
          </a:p>
          <a:p>
            <a:r>
              <a:t>• Konsistente Produktdarstellung &amp; Regalaufteilung</a:t>
            </a:r>
          </a:p>
          <a:p>
            <a:r>
              <a:t>• Option auf individuell angepasste Präsentationslösungen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Verfügbare Regionen &amp; Wachstum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Verfügbare Regionen werden nach Bewerbung vergeben</a:t>
            </a:r>
          </a:p>
          <a:p>
            <a:r>
              <a:t>• Fokus auf Großstädte &amp; wirtschaftlich starke Regionen</a:t>
            </a:r>
          </a:p>
          <a:p>
            <a:r>
              <a:t>• Möglichkeit zur schrittweisen Gebietserweiterung</a:t>
            </a:r>
          </a:p>
          <a:p>
            <a:r>
              <a:t>• Zentrale Koordination durch MH Trading UG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Kontakt &amp;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MH Trading UG – Berlin</a:t>
            </a:r>
          </a:p>
          <a:p>
            <a:r>
              <a:t>Offizieller Vertriebspartner HAIROTICMEN</a:t>
            </a:r>
          </a:p>
          <a:p>
            <a:r>
              <a:t>info@mhtrading.de</a:t>
            </a:r>
          </a:p>
          <a:p>
            <a:r>
              <a:t>Interessenten senden bitte eine Kurzvorstellung &amp; Standortvorschlag</a:t>
            </a:r>
          </a:p>
          <a:p>
            <a:r>
              <a:t>Wir freuen uns auf Ihre Bewerbung als autorisierter Distributor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