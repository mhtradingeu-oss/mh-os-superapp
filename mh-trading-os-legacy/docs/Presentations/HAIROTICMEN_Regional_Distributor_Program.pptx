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HAIROTICMEN – Regional Distributor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Strategy &amp; Structure for Appointed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Foundation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Exclusive distributor agreement</a:t>
            </a:r>
          </a:p>
          <a:p>
            <a:pPr>
              <a:defRPr sz="1800"/>
            </a:pPr>
            <a:r>
              <a:t>Time-limited + Territory defined</a:t>
            </a:r>
          </a:p>
          <a:p>
            <a:pPr>
              <a:defRPr sz="1800"/>
            </a:pPr>
            <a:r>
              <a:t>Termination &amp; Compliance Clauses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Territorial Assignment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Each distributor is linked to a specific region</a:t>
            </a:r>
          </a:p>
          <a:p>
            <a:pPr>
              <a:defRPr sz="1800"/>
            </a:pPr>
            <a:r>
              <a:t>No cross-region selling allowed</a:t>
            </a:r>
          </a:p>
          <a:p>
            <a:pPr>
              <a:defRPr sz="1800"/>
            </a:pPr>
            <a:r>
              <a:t>Zone management through WooCommerce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Selling Policy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 independent online store using HAIROTICMEN brand</a:t>
            </a:r>
          </a:p>
          <a:p>
            <a:pPr>
              <a:defRPr sz="1800"/>
            </a:pPr>
            <a:r>
              <a:t>No selling on Amazon, TikTok Shop, Kaufland, etc.</a:t>
            </a:r>
          </a:p>
          <a:p>
            <a:pPr>
              <a:defRPr sz="1800"/>
            </a:pPr>
            <a:r>
              <a:t>Allowed: Display on own website under strict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&amp; Digital Presence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Own company website allowed (no brand in domain)</a:t>
            </a:r>
          </a:p>
          <a:p>
            <a:pPr>
              <a:defRPr sz="1800"/>
            </a:pPr>
            <a:r>
              <a:t>Redirects to official store or TikTok shop</a:t>
            </a:r>
          </a:p>
          <a:p>
            <a:pPr>
              <a:defRPr sz="1800"/>
            </a:pPr>
            <a:r>
              <a:t>No payment gateway under the brand 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Promotion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Only allowed using SliceWP affiliate links</a:t>
            </a:r>
          </a:p>
          <a:p>
            <a:pPr>
              <a:defRPr sz="1800"/>
            </a:pPr>
            <a:r>
              <a:t>No brand-named accounts (e.g. @hairoticmen_berlin)</a:t>
            </a:r>
          </a:p>
          <a:p>
            <a:pPr>
              <a:defRPr sz="1800"/>
            </a:pPr>
            <a:r>
              <a:t>Brand kit and images must be official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Influencer Collaboration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Influencers must be registered via SliceWP</a:t>
            </a:r>
          </a:p>
          <a:p>
            <a:pPr>
              <a:defRPr sz="1800"/>
            </a:pPr>
            <a:r>
              <a:t>Parent tracking enabled to reward distributor</a:t>
            </a:r>
          </a:p>
          <a:p>
            <a:pPr>
              <a:defRPr sz="1800"/>
            </a:pPr>
            <a:r>
              <a:t>Override commission applicable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 Program (Salons)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Register &amp; manage salons in assigned area</a:t>
            </a:r>
          </a:p>
          <a:p>
            <a:pPr>
              <a:defRPr sz="1800"/>
            </a:pPr>
            <a:r>
              <a:t>Earn points and commissions per salon order</a:t>
            </a:r>
          </a:p>
          <a:p>
            <a:pPr>
              <a:defRPr sz="1800"/>
            </a:pPr>
            <a:r>
              <a:t>Track salon activity in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Fulfillment Role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Only within assigned region</a:t>
            </a:r>
          </a:p>
          <a:p>
            <a:pPr>
              <a:defRPr sz="1800"/>
            </a:pPr>
            <a:r>
              <a:t>Order routing via shipping zones or metadata</a:t>
            </a:r>
          </a:p>
          <a:p>
            <a:pPr>
              <a:defRPr sz="1800"/>
            </a:pPr>
            <a:r>
              <a:t>Status updates managed by distributor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Distributor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Orders, clients, influencers, performance overview</a:t>
            </a:r>
          </a:p>
          <a:p>
            <a:pPr>
              <a:defRPr sz="1800"/>
            </a:pPr>
            <a:r>
              <a:t>PDF/Excel report export</a:t>
            </a:r>
          </a:p>
          <a:p>
            <a:pPr>
              <a:defRPr sz="1800"/>
            </a:pPr>
            <a:r>
              <a:t>QR code + marketing tools download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myCred Points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Earn points for actions: salon registration, sales...</a:t>
            </a:r>
          </a:p>
          <a:p>
            <a:pPr>
              <a:defRPr sz="1800"/>
            </a:pPr>
            <a:r>
              <a:t>Rank levels: New – Active – Gold</a:t>
            </a:r>
          </a:p>
          <a:p>
            <a:pPr>
              <a:defRPr sz="1800"/>
            </a:pPr>
            <a:r>
              <a:t>Visible and tracked in personal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Incentives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Monthly KPIs with bonus logic</a:t>
            </a:r>
          </a:p>
          <a:p>
            <a:pPr>
              <a:defRPr sz="1800"/>
            </a:pPr>
            <a:r>
              <a:t>Commission tiers based on sales volume</a:t>
            </a:r>
          </a:p>
          <a:p>
            <a:pPr>
              <a:defRPr sz="1800"/>
            </a:pPr>
            <a:r>
              <a:t>Warning system for non-compliance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Materials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Access to official media folder (PDFs, banners, videos)</a:t>
            </a:r>
          </a:p>
          <a:p>
            <a:pPr>
              <a:defRPr sz="1800"/>
            </a:pPr>
            <a:r>
              <a:t>QR codes &amp; catalogs auto-generated</a:t>
            </a:r>
          </a:p>
          <a:p>
            <a:pPr>
              <a:defRPr sz="1800"/>
            </a:pPr>
            <a:r>
              <a:t>No custom designs allowed without approval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Requirement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Mandatory onboarding via Zoom or LMS platform</a:t>
            </a:r>
          </a:p>
          <a:p>
            <a:pPr>
              <a:defRPr sz="1800"/>
            </a:pPr>
            <a:r>
              <a:t>Certification on completion</a:t>
            </a:r>
          </a:p>
          <a:p>
            <a:pPr>
              <a:defRPr sz="1800"/>
            </a:pPr>
            <a:r>
              <a:t>Access to training materials and updates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Salon CRM &amp;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CRM entries per salon under each distributor</a:t>
            </a:r>
          </a:p>
          <a:p>
            <a:pPr>
              <a:defRPr sz="1800"/>
            </a:pPr>
            <a:r>
              <a:t>Track sales, engagement and reporting</a:t>
            </a:r>
          </a:p>
          <a:p>
            <a:pPr>
              <a:defRPr sz="1800"/>
            </a:pPr>
            <a:r>
              <a:t>Integrates with WooCommerce + CRM plugin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Influencer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View registered influencers and earnings</a:t>
            </a:r>
          </a:p>
          <a:p>
            <a:pPr>
              <a:defRPr sz="1800"/>
            </a:pPr>
            <a:r>
              <a:t>Performance linked to distributor ranking</a:t>
            </a:r>
          </a:p>
          <a:p>
            <a:pPr>
              <a:defRPr sz="1800"/>
            </a:pPr>
            <a:r>
              <a:t>Sync with SliceWP reports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Access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Contract, certificates, policies in one panel</a:t>
            </a:r>
          </a:p>
          <a:p>
            <a:pPr>
              <a:defRPr sz="1800"/>
            </a:pPr>
            <a:r>
              <a:t>Google Drive or site file manager link</a:t>
            </a:r>
          </a:p>
          <a:p>
            <a:pPr>
              <a:defRPr sz="1800"/>
            </a:pPr>
            <a:r>
              <a:t>Restricted access only to assigned distributor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Violation &amp; Alerts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3-strike warning system</a:t>
            </a:r>
          </a:p>
          <a:p>
            <a:pPr>
              <a:defRPr sz="1800"/>
            </a:pPr>
            <a:r>
              <a:t>Auto alerts for unauthorized actions</a:t>
            </a:r>
          </a:p>
          <a:p>
            <a:pPr>
              <a:defRPr sz="1800"/>
            </a:pPr>
            <a:r>
              <a:t>Immediate review for contract breach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&amp; Communication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Direct contact form inside dashboard</a:t>
            </a:r>
          </a:p>
          <a:p>
            <a:pPr>
              <a:defRPr sz="1800"/>
            </a:pPr>
            <a:r>
              <a:t>Scheduled Zoom support (monthly)</a:t>
            </a:r>
          </a:p>
          <a:p>
            <a:pPr>
              <a:defRPr sz="1800"/>
            </a:pPr>
            <a:r>
              <a:t>Ticket tracking and logs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Path &amp; Upgrades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Yearly review for multi-region management</a:t>
            </a:r>
          </a:p>
          <a:p>
            <a:pPr>
              <a:defRPr sz="1800"/>
            </a:pPr>
            <a:r>
              <a:t>Possibility for regional investment</a:t>
            </a:r>
          </a:p>
          <a:p>
            <a:pPr>
              <a:defRPr sz="1800"/>
            </a:pPr>
            <a:r>
              <a:t>Eligible for premium rewards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Distributor Referral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Invite other distributors for empty regions</a:t>
            </a:r>
          </a:p>
          <a:p>
            <a:pPr>
              <a:defRPr sz="1800"/>
            </a:pPr>
            <a:r>
              <a:t>Earn commission or points per accepted referral</a:t>
            </a:r>
          </a:p>
          <a:p>
            <a:pPr>
              <a:defRPr sz="1800"/>
            </a:pPr>
            <a:r>
              <a:t>Tracked through custom registration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